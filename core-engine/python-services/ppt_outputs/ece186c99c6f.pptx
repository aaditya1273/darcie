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Revolutionizing Patient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4A3B8"/>
                </a:solidFill>
              </a:rPr>
              <a:t>Artificial Intelligence in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ARTIFICIAL INTELLIGENCE IN HEALTHCARE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Applications of AI in Healthcare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  •  Predictive analytics for disease diagnosis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  •  Personalized medicine and treatment plans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  •  Streamlined clinical workflows and decision support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  •  Enhanced patient engagement and outcomes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  •  Medical imaging analysis for accurate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AI-Powered Chatbots in Healthcare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</a:rPr>
              <a:t>AI-powered chatbots are being used to improve patient engagement, provide personalized support, and help with routine inquiries, freeing up healthcare professionals to focus on more complex and high-value tasks.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Benefits of AI in Healthcare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  •  Improved diagnostic accuracy and speed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  •  Enhanced patient safety and reduced errors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  •  Increased efficiency and reduced costs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  •  Better patient outcomes and quality of life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  •  Enhanced research and development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  •  AI has the potential to transform the healthcare industry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  •  AI can improve patient outcomes, enhance patient experience, and reduce costs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  •  Effective implementation of AI requires careful planning, collaboration, and investment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  •  AI will augment human capabilities, not replace them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CBD5E1"/>
                </a:solidFill>
              </a:rPr>
              <a:t>  •  The future of healthcare will be shaped by AI and data-driven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